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Roboto" charset="1" panose="02000000000000000000"/>
      <p:regular r:id="rId10"/>
    </p:embeddedFont>
    <p:embeddedFont>
      <p:font typeface="Roboto Bold" charset="1" panose="02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14.png" Type="http://schemas.openxmlformats.org/officeDocument/2006/relationships/image"/><Relationship Id="rId6" Target="../media/image1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95052" y="7216824"/>
            <a:ext cx="3785896" cy="3785896"/>
          </a:xfrm>
          <a:custGeom>
            <a:avLst/>
            <a:gdLst/>
            <a:ahLst/>
            <a:cxnLst/>
            <a:rect r="r" b="b" t="t" l="l"/>
            <a:pathLst>
              <a:path h="3785896" w="3785896">
                <a:moveTo>
                  <a:pt x="0" y="0"/>
                </a:moveTo>
                <a:lnTo>
                  <a:pt x="3785896" y="0"/>
                </a:lnTo>
                <a:lnTo>
                  <a:pt x="3785896" y="3785897"/>
                </a:lnTo>
                <a:lnTo>
                  <a:pt x="0" y="3785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13995" y="7093224"/>
            <a:ext cx="4526565" cy="4714459"/>
          </a:xfrm>
          <a:custGeom>
            <a:avLst/>
            <a:gdLst/>
            <a:ahLst/>
            <a:cxnLst/>
            <a:rect r="r" b="b" t="t" l="l"/>
            <a:pathLst>
              <a:path h="4714459" w="4526565">
                <a:moveTo>
                  <a:pt x="0" y="0"/>
                </a:moveTo>
                <a:lnTo>
                  <a:pt x="4526565" y="0"/>
                </a:lnTo>
                <a:lnTo>
                  <a:pt x="4526565" y="4714460"/>
                </a:lnTo>
                <a:lnTo>
                  <a:pt x="0" y="47144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</a:blip>
            <a:stretch>
              <a:fillRect l="-2205" t="0" r="-2205" b="-24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04289" y="8354429"/>
            <a:ext cx="4526565" cy="4714459"/>
          </a:xfrm>
          <a:custGeom>
            <a:avLst/>
            <a:gdLst/>
            <a:ahLst/>
            <a:cxnLst/>
            <a:rect r="r" b="b" t="t" l="l"/>
            <a:pathLst>
              <a:path h="4714459" w="4526565">
                <a:moveTo>
                  <a:pt x="0" y="0"/>
                </a:moveTo>
                <a:lnTo>
                  <a:pt x="4526564" y="0"/>
                </a:lnTo>
                <a:lnTo>
                  <a:pt x="4526564" y="4714459"/>
                </a:lnTo>
                <a:lnTo>
                  <a:pt x="0" y="4714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8000"/>
            </a:blip>
            <a:stretch>
              <a:fillRect l="-2205" t="0" r="-2205" b="-24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6109009" y="-1794971"/>
            <a:ext cx="6069983" cy="18288000"/>
          </a:xfrm>
          <a:custGeom>
            <a:avLst/>
            <a:gdLst/>
            <a:ahLst/>
            <a:cxnLst/>
            <a:rect r="r" b="b" t="t" l="l"/>
            <a:pathLst>
              <a:path h="18288000" w="6069983">
                <a:moveTo>
                  <a:pt x="0" y="0"/>
                </a:moveTo>
                <a:lnTo>
                  <a:pt x="6069982" y="0"/>
                </a:lnTo>
                <a:lnTo>
                  <a:pt x="6069982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7532" t="0" r="-59332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732258"/>
            <a:ext cx="2883923" cy="1405132"/>
            <a:chOff x="0" y="0"/>
            <a:chExt cx="3845230" cy="1873509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449405" y="0"/>
              <a:ext cx="3395825" cy="1009631"/>
              <a:chOff x="0" y="0"/>
              <a:chExt cx="3630752" cy="1079475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699770" y="63500"/>
                <a:ext cx="714121" cy="951865"/>
              </a:xfrm>
              <a:custGeom>
                <a:avLst/>
                <a:gdLst/>
                <a:ahLst/>
                <a:cxnLst/>
                <a:rect r="r" b="b" t="t" l="l"/>
                <a:pathLst>
                  <a:path h="951865" w="714121">
                    <a:moveTo>
                      <a:pt x="0" y="0"/>
                    </a:moveTo>
                    <a:lnTo>
                      <a:pt x="142621" y="0"/>
                    </a:lnTo>
                    <a:lnTo>
                      <a:pt x="142621" y="494792"/>
                    </a:lnTo>
                    <a:cubicBezTo>
                      <a:pt x="142621" y="546481"/>
                      <a:pt x="141351" y="598678"/>
                      <a:pt x="138684" y="651383"/>
                    </a:cubicBezTo>
                    <a:cubicBezTo>
                      <a:pt x="136017" y="704088"/>
                      <a:pt x="134112" y="739775"/>
                      <a:pt x="132842" y="758444"/>
                    </a:cubicBezTo>
                    <a:lnTo>
                      <a:pt x="138684" y="758444"/>
                    </a:lnTo>
                    <a:lnTo>
                      <a:pt x="532511" y="0"/>
                    </a:lnTo>
                    <a:lnTo>
                      <a:pt x="714121" y="0"/>
                    </a:lnTo>
                    <a:lnTo>
                      <a:pt x="714121" y="951865"/>
                    </a:lnTo>
                    <a:lnTo>
                      <a:pt x="570992" y="951865"/>
                    </a:lnTo>
                    <a:lnTo>
                      <a:pt x="570992" y="461010"/>
                    </a:lnTo>
                    <a:cubicBezTo>
                      <a:pt x="570992" y="385953"/>
                      <a:pt x="575183" y="294767"/>
                      <a:pt x="583311" y="187579"/>
                    </a:cubicBezTo>
                    <a:lnTo>
                      <a:pt x="578104" y="187579"/>
                    </a:lnTo>
                    <a:lnTo>
                      <a:pt x="182245" y="951865"/>
                    </a:lnTo>
                    <a:lnTo>
                      <a:pt x="0" y="95186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9" id="9"/>
              <p:cNvSpPr/>
              <p:nvPr/>
            </p:nvSpPr>
            <p:spPr>
              <a:xfrm flipH="false" flipV="false" rot="0">
                <a:off x="1522730" y="63500"/>
                <a:ext cx="643890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643890">
                    <a:moveTo>
                      <a:pt x="155575" y="821055"/>
                    </a:moveTo>
                    <a:lnTo>
                      <a:pt x="267589" y="821055"/>
                    </a:lnTo>
                    <a:cubicBezTo>
                      <a:pt x="342265" y="821055"/>
                      <a:pt x="396875" y="808736"/>
                      <a:pt x="431673" y="784225"/>
                    </a:cubicBezTo>
                    <a:cubicBezTo>
                      <a:pt x="466471" y="759714"/>
                      <a:pt x="483743" y="720090"/>
                      <a:pt x="483743" y="665480"/>
                    </a:cubicBezTo>
                    <a:cubicBezTo>
                      <a:pt x="483743" y="613029"/>
                      <a:pt x="466217" y="575056"/>
                      <a:pt x="431292" y="551815"/>
                    </a:cubicBezTo>
                    <a:cubicBezTo>
                      <a:pt x="396367" y="528574"/>
                      <a:pt x="335534" y="517017"/>
                      <a:pt x="248666" y="517017"/>
                    </a:cubicBezTo>
                    <a:lnTo>
                      <a:pt x="155575" y="517017"/>
                    </a:lnTo>
                    <a:close/>
                    <a:moveTo>
                      <a:pt x="643890" y="665480"/>
                    </a:moveTo>
                    <a:cubicBezTo>
                      <a:pt x="643890" y="856488"/>
                      <a:pt x="521462" y="951992"/>
                      <a:pt x="276606" y="951992"/>
                    </a:cubicBezTo>
                    <a:lnTo>
                      <a:pt x="0" y="951992"/>
                    </a:lnTo>
                    <a:lnTo>
                      <a:pt x="0" y="0"/>
                    </a:lnTo>
                    <a:lnTo>
                      <a:pt x="580771" y="0"/>
                    </a:lnTo>
                    <a:lnTo>
                      <a:pt x="580771" y="133477"/>
                    </a:lnTo>
                    <a:lnTo>
                      <a:pt x="155575" y="133477"/>
                    </a:lnTo>
                    <a:lnTo>
                      <a:pt x="155575" y="386715"/>
                    </a:lnTo>
                    <a:lnTo>
                      <a:pt x="268859" y="386715"/>
                    </a:lnTo>
                    <a:cubicBezTo>
                      <a:pt x="518922" y="386715"/>
                      <a:pt x="643890" y="479552"/>
                      <a:pt x="643890" y="665353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 flipH="false" flipV="false" rot="0">
                <a:off x="2217293" y="63500"/>
                <a:ext cx="1397254" cy="957326"/>
              </a:xfrm>
              <a:custGeom>
                <a:avLst/>
                <a:gdLst/>
                <a:ahLst/>
                <a:cxnLst/>
                <a:rect r="r" b="b" t="t" l="l"/>
                <a:pathLst>
                  <a:path h="957326" w="1397254">
                    <a:moveTo>
                      <a:pt x="1151382" y="345948"/>
                    </a:moveTo>
                    <a:cubicBezTo>
                      <a:pt x="1169670" y="333629"/>
                      <a:pt x="1198372" y="315849"/>
                      <a:pt x="1229360" y="317500"/>
                    </a:cubicBezTo>
                    <a:cubicBezTo>
                      <a:pt x="1252093" y="318770"/>
                      <a:pt x="1273175" y="329184"/>
                      <a:pt x="1283081" y="342646"/>
                    </a:cubicBezTo>
                    <a:cubicBezTo>
                      <a:pt x="1312164" y="381889"/>
                      <a:pt x="1294765" y="477266"/>
                      <a:pt x="1207897" y="549148"/>
                    </a:cubicBezTo>
                    <a:cubicBezTo>
                      <a:pt x="1082167" y="653161"/>
                      <a:pt x="1014857" y="649986"/>
                      <a:pt x="1014857" y="649986"/>
                    </a:cubicBezTo>
                    <a:cubicBezTo>
                      <a:pt x="1029970" y="464185"/>
                      <a:pt x="1134872" y="357124"/>
                      <a:pt x="1151509" y="345948"/>
                    </a:cubicBezTo>
                    <a:moveTo>
                      <a:pt x="1206500" y="808228"/>
                    </a:moveTo>
                    <a:cubicBezTo>
                      <a:pt x="1176782" y="843534"/>
                      <a:pt x="1140714" y="881761"/>
                      <a:pt x="1100582" y="884555"/>
                    </a:cubicBezTo>
                    <a:cubicBezTo>
                      <a:pt x="1066927" y="886968"/>
                      <a:pt x="1013587" y="902462"/>
                      <a:pt x="1013968" y="684657"/>
                    </a:cubicBezTo>
                    <a:cubicBezTo>
                      <a:pt x="1115822" y="679577"/>
                      <a:pt x="1397254" y="524256"/>
                      <a:pt x="1343152" y="363982"/>
                    </a:cubicBezTo>
                    <a:cubicBezTo>
                      <a:pt x="1333246" y="334645"/>
                      <a:pt x="1308862" y="305181"/>
                      <a:pt x="1279398" y="288925"/>
                    </a:cubicBezTo>
                    <a:cubicBezTo>
                      <a:pt x="1249935" y="272669"/>
                      <a:pt x="1217422" y="264668"/>
                      <a:pt x="1182243" y="264541"/>
                    </a:cubicBezTo>
                    <a:cubicBezTo>
                      <a:pt x="1123569" y="264414"/>
                      <a:pt x="1069467" y="305308"/>
                      <a:pt x="1028827" y="343408"/>
                    </a:cubicBezTo>
                    <a:cubicBezTo>
                      <a:pt x="988695" y="381000"/>
                      <a:pt x="911479" y="476885"/>
                      <a:pt x="901065" y="588645"/>
                    </a:cubicBezTo>
                    <a:cubicBezTo>
                      <a:pt x="900176" y="598297"/>
                      <a:pt x="899414" y="608330"/>
                      <a:pt x="898779" y="618490"/>
                    </a:cubicBezTo>
                    <a:cubicBezTo>
                      <a:pt x="892937" y="613664"/>
                      <a:pt x="887603" y="608203"/>
                      <a:pt x="883031" y="601980"/>
                    </a:cubicBezTo>
                    <a:cubicBezTo>
                      <a:pt x="866775" y="579120"/>
                      <a:pt x="864616" y="533781"/>
                      <a:pt x="835533" y="507238"/>
                    </a:cubicBezTo>
                    <a:cubicBezTo>
                      <a:pt x="827405" y="499745"/>
                      <a:pt x="814324" y="496443"/>
                      <a:pt x="800989" y="497078"/>
                    </a:cubicBezTo>
                    <a:cubicBezTo>
                      <a:pt x="774954" y="498348"/>
                      <a:pt x="736981" y="541274"/>
                      <a:pt x="713994" y="570611"/>
                    </a:cubicBezTo>
                    <a:lnTo>
                      <a:pt x="713994" y="0"/>
                    </a:lnTo>
                    <a:lnTo>
                      <a:pt x="557657" y="0"/>
                    </a:lnTo>
                    <a:lnTo>
                      <a:pt x="557657" y="520573"/>
                    </a:lnTo>
                    <a:cubicBezTo>
                      <a:pt x="540893" y="550037"/>
                      <a:pt x="508127" y="628650"/>
                      <a:pt x="475742" y="628650"/>
                    </a:cubicBezTo>
                    <a:cubicBezTo>
                      <a:pt x="445897" y="628650"/>
                      <a:pt x="511175" y="456438"/>
                      <a:pt x="414147" y="429895"/>
                    </a:cubicBezTo>
                    <a:cubicBezTo>
                      <a:pt x="358013" y="414528"/>
                      <a:pt x="321056" y="506984"/>
                      <a:pt x="265811" y="511810"/>
                    </a:cubicBezTo>
                    <a:cubicBezTo>
                      <a:pt x="225171" y="515366"/>
                      <a:pt x="194564" y="483489"/>
                      <a:pt x="185039" y="471297"/>
                    </a:cubicBezTo>
                    <a:cubicBezTo>
                      <a:pt x="162306" y="442341"/>
                      <a:pt x="156210" y="399796"/>
                      <a:pt x="156210" y="350393"/>
                    </a:cubicBezTo>
                    <a:lnTo>
                      <a:pt x="156210" y="0"/>
                    </a:lnTo>
                    <a:lnTo>
                      <a:pt x="0" y="0"/>
                    </a:lnTo>
                    <a:lnTo>
                      <a:pt x="0" y="386715"/>
                    </a:lnTo>
                    <a:cubicBezTo>
                      <a:pt x="0" y="464439"/>
                      <a:pt x="24384" y="524383"/>
                      <a:pt x="73279" y="566801"/>
                    </a:cubicBezTo>
                    <a:cubicBezTo>
                      <a:pt x="122174" y="609219"/>
                      <a:pt x="175006" y="627507"/>
                      <a:pt x="260604" y="600329"/>
                    </a:cubicBezTo>
                    <a:cubicBezTo>
                      <a:pt x="335788" y="576453"/>
                      <a:pt x="370840" y="466090"/>
                      <a:pt x="399796" y="467868"/>
                    </a:cubicBezTo>
                    <a:cubicBezTo>
                      <a:pt x="443738" y="470408"/>
                      <a:pt x="340233" y="654558"/>
                      <a:pt x="432181" y="698627"/>
                    </a:cubicBezTo>
                    <a:cubicBezTo>
                      <a:pt x="477393" y="720344"/>
                      <a:pt x="530225" y="650748"/>
                      <a:pt x="557911" y="579120"/>
                    </a:cubicBezTo>
                    <a:lnTo>
                      <a:pt x="557911" y="951865"/>
                    </a:lnTo>
                    <a:lnTo>
                      <a:pt x="714248" y="951865"/>
                    </a:lnTo>
                    <a:lnTo>
                      <a:pt x="714248" y="621665"/>
                    </a:lnTo>
                    <a:cubicBezTo>
                      <a:pt x="739902" y="584835"/>
                      <a:pt x="779145" y="533400"/>
                      <a:pt x="799084" y="531114"/>
                    </a:cubicBezTo>
                    <a:cubicBezTo>
                      <a:pt x="811657" y="529717"/>
                      <a:pt x="818388" y="536829"/>
                      <a:pt x="824103" y="545465"/>
                    </a:cubicBezTo>
                    <a:cubicBezTo>
                      <a:pt x="838200" y="566801"/>
                      <a:pt x="842010" y="593598"/>
                      <a:pt x="855472" y="620141"/>
                    </a:cubicBezTo>
                    <a:cubicBezTo>
                      <a:pt x="864235" y="637540"/>
                      <a:pt x="879729" y="650113"/>
                      <a:pt x="897509" y="659384"/>
                    </a:cubicBezTo>
                    <a:cubicBezTo>
                      <a:pt x="896620" y="743839"/>
                      <a:pt x="908812" y="834136"/>
                      <a:pt x="949071" y="884682"/>
                    </a:cubicBezTo>
                    <a:cubicBezTo>
                      <a:pt x="984758" y="929386"/>
                      <a:pt x="1028573" y="957326"/>
                      <a:pt x="1096391" y="950976"/>
                    </a:cubicBezTo>
                    <a:cubicBezTo>
                      <a:pt x="1144778" y="946404"/>
                      <a:pt x="1191514" y="899160"/>
                      <a:pt x="1213739" y="875665"/>
                    </a:cubicBezTo>
                    <a:cubicBezTo>
                      <a:pt x="1249934" y="837438"/>
                      <a:pt x="1306322" y="733425"/>
                      <a:pt x="1307973" y="704723"/>
                    </a:cubicBezTo>
                    <a:lnTo>
                      <a:pt x="1274572" y="704723"/>
                    </a:lnTo>
                    <a:cubicBezTo>
                      <a:pt x="1249553" y="747395"/>
                      <a:pt x="1236091" y="773049"/>
                      <a:pt x="1206373" y="808228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63500" y="327533"/>
                <a:ext cx="565150" cy="688467"/>
              </a:xfrm>
              <a:custGeom>
                <a:avLst/>
                <a:gdLst/>
                <a:ahLst/>
                <a:cxnLst/>
                <a:rect r="r" b="b" t="t" l="l"/>
                <a:pathLst>
                  <a:path h="688467" w="565150">
                    <a:moveTo>
                      <a:pt x="565150" y="0"/>
                    </a:moveTo>
                    <a:lnTo>
                      <a:pt x="565150" y="133477"/>
                    </a:lnTo>
                    <a:lnTo>
                      <a:pt x="155575" y="133477"/>
                    </a:lnTo>
                    <a:lnTo>
                      <a:pt x="155575" y="688467"/>
                    </a:lnTo>
                    <a:lnTo>
                      <a:pt x="0" y="6884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60505" y="1162576"/>
              <a:ext cx="3760986" cy="710934"/>
            </a:xfrm>
            <a:custGeom>
              <a:avLst/>
              <a:gdLst/>
              <a:ahLst/>
              <a:cxnLst/>
              <a:rect r="r" b="b" t="t" l="l"/>
              <a:pathLst>
                <a:path h="710934" w="3760986">
                  <a:moveTo>
                    <a:pt x="0" y="0"/>
                  </a:moveTo>
                  <a:lnTo>
                    <a:pt x="3760986" y="0"/>
                  </a:lnTo>
                  <a:lnTo>
                    <a:pt x="3760986" y="710933"/>
                  </a:lnTo>
                  <a:lnTo>
                    <a:pt x="0" y="710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-5400000">
              <a:off x="-293900" y="227225"/>
              <a:ext cx="1009631" cy="555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8"/>
                </a:lnSpc>
              </a:pPr>
              <a:r>
                <a:rPr lang="en-US" sz="245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2025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5689167"/>
            <a:ext cx="3587690" cy="41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7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Название команды: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388911"/>
            <a:ext cx="13222868" cy="151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94"/>
              </a:lnSpc>
            </a:pPr>
            <a:r>
              <a:rPr lang="en-US" sz="991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«Название проекта»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451871"/>
            <a:ext cx="3587690" cy="41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7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Состав команды: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252989" y="1028700"/>
            <a:ext cx="2431490" cy="812248"/>
          </a:xfrm>
          <a:custGeom>
            <a:avLst/>
            <a:gdLst/>
            <a:ahLst/>
            <a:cxnLst/>
            <a:rect r="r" b="b" t="t" l="l"/>
            <a:pathLst>
              <a:path h="812248" w="2431490">
                <a:moveTo>
                  <a:pt x="0" y="0"/>
                </a:moveTo>
                <a:lnTo>
                  <a:pt x="2431490" y="0"/>
                </a:lnTo>
                <a:lnTo>
                  <a:pt x="2431490" y="812248"/>
                </a:lnTo>
                <a:lnTo>
                  <a:pt x="0" y="8122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8563" r="0" b="-1502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924595" y="1184564"/>
            <a:ext cx="2852959" cy="500519"/>
          </a:xfrm>
          <a:custGeom>
            <a:avLst/>
            <a:gdLst/>
            <a:ahLst/>
            <a:cxnLst/>
            <a:rect r="r" b="b" t="t" l="l"/>
            <a:pathLst>
              <a:path h="500519" w="2852959">
                <a:moveTo>
                  <a:pt x="0" y="0"/>
                </a:moveTo>
                <a:lnTo>
                  <a:pt x="2852959" y="0"/>
                </a:lnTo>
                <a:lnTo>
                  <a:pt x="2852959" y="500519"/>
                </a:lnTo>
                <a:lnTo>
                  <a:pt x="0" y="5005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015679" y="1046091"/>
            <a:ext cx="2396221" cy="638992"/>
          </a:xfrm>
          <a:custGeom>
            <a:avLst/>
            <a:gdLst/>
            <a:ahLst/>
            <a:cxnLst/>
            <a:rect r="r" b="b" t="t" l="l"/>
            <a:pathLst>
              <a:path h="638992" w="2396221">
                <a:moveTo>
                  <a:pt x="0" y="0"/>
                </a:moveTo>
                <a:lnTo>
                  <a:pt x="2396221" y="0"/>
                </a:lnTo>
                <a:lnTo>
                  <a:pt x="2396221" y="638992"/>
                </a:lnTo>
                <a:lnTo>
                  <a:pt x="0" y="6389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4739" y="843179"/>
            <a:ext cx="9357360" cy="56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Руководство по использованию</a:t>
            </a:r>
          </a:p>
          <a:p>
            <a:pPr algn="ctr">
              <a:lnSpc>
                <a:spcPts val="4536"/>
              </a:lnSpc>
            </a:pPr>
            <a:r>
              <a:rPr lang="en-US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4738" y="2239382"/>
            <a:ext cx="6839966" cy="572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8FAADC"/>
                </a:solidFill>
                <a:latin typeface="Roboto"/>
                <a:ea typeface="Roboto"/>
                <a:cs typeface="Roboto"/>
                <a:sym typeface="Roboto"/>
              </a:rPr>
              <a:t>Шрифт заголовка</a:t>
            </a:r>
            <a:r>
              <a:rPr lang="en-US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Roboto 32рх</a:t>
            </a:r>
          </a:p>
          <a:p>
            <a:pPr algn="ctr">
              <a:lnSpc>
                <a:spcPts val="4536"/>
              </a:lnSpc>
            </a:pPr>
            <a:r>
              <a:rPr lang="en-US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4738" y="5087982"/>
            <a:ext cx="4102893" cy="57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8FAADC"/>
                </a:solidFill>
                <a:latin typeface="Roboto"/>
                <a:ea typeface="Roboto"/>
                <a:cs typeface="Roboto"/>
                <a:sym typeface="Roboto"/>
              </a:rPr>
              <a:t>Цвета</a:t>
            </a:r>
          </a:p>
          <a:p>
            <a:pPr algn="ctr">
              <a:lnSpc>
                <a:spcPts val="4536"/>
              </a:lnSpc>
            </a:pPr>
            <a:r>
              <a:rPr lang="en-US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3657060" y="5049882"/>
            <a:ext cx="5660979" cy="1326173"/>
            <a:chOff x="0" y="0"/>
            <a:chExt cx="7547972" cy="17682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47991" cy="1768221"/>
            </a:xfrm>
            <a:custGeom>
              <a:avLst/>
              <a:gdLst/>
              <a:ahLst/>
              <a:cxnLst/>
              <a:rect r="r" b="b" t="t" l="l"/>
              <a:pathLst>
                <a:path h="1768221" w="7547991">
                  <a:moveTo>
                    <a:pt x="0" y="0"/>
                  </a:moveTo>
                  <a:lnTo>
                    <a:pt x="7547991" y="0"/>
                  </a:lnTo>
                  <a:lnTo>
                    <a:pt x="7547991" y="1768221"/>
                  </a:lnTo>
                  <a:lnTo>
                    <a:pt x="0" y="1768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3687540" y="7691619"/>
            <a:ext cx="3926331" cy="1863861"/>
            <a:chOff x="0" y="0"/>
            <a:chExt cx="5235108" cy="24851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35067" cy="2485136"/>
            </a:xfrm>
            <a:custGeom>
              <a:avLst/>
              <a:gdLst/>
              <a:ahLst/>
              <a:cxnLst/>
              <a:rect r="r" b="b" t="t" l="l"/>
              <a:pathLst>
                <a:path h="2485136" w="5235067">
                  <a:moveTo>
                    <a:pt x="0" y="0"/>
                  </a:moveTo>
                  <a:lnTo>
                    <a:pt x="5235067" y="0"/>
                  </a:lnTo>
                  <a:lnTo>
                    <a:pt x="5235067" y="2485136"/>
                  </a:lnTo>
                  <a:lnTo>
                    <a:pt x="0" y="2485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84738" y="7945652"/>
            <a:ext cx="4102893" cy="57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8FAADC"/>
                </a:solidFill>
                <a:latin typeface="Roboto"/>
                <a:ea typeface="Roboto"/>
                <a:cs typeface="Roboto"/>
                <a:sym typeface="Roboto"/>
              </a:rPr>
              <a:t>Логотип</a:t>
            </a:r>
          </a:p>
          <a:p>
            <a:pPr algn="ctr">
              <a:lnSpc>
                <a:spcPts val="4536"/>
              </a:lnSpc>
            </a:pPr>
            <a:r>
              <a:rPr lang="en-US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29825" y="2276526"/>
            <a:ext cx="6839966" cy="157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8FAADC"/>
                </a:solidFill>
                <a:latin typeface="Roboto"/>
                <a:ea typeface="Roboto"/>
                <a:cs typeface="Roboto"/>
                <a:sym typeface="Roboto"/>
              </a:rPr>
              <a:t>Шрифт основного текста</a:t>
            </a:r>
            <a:r>
              <a:rPr lang="en-US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   Roboto 16рх</a:t>
            </a:r>
          </a:p>
          <a:p>
            <a:pPr algn="ctr">
              <a:lnSpc>
                <a:spcPts val="4536"/>
              </a:lnSpc>
            </a:pPr>
            <a:r>
              <a:rPr lang="en-US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-5400000">
            <a:off x="11111859" y="3936582"/>
            <a:ext cx="10498469" cy="2625303"/>
            <a:chOff x="0" y="0"/>
            <a:chExt cx="13997958" cy="35004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997939" cy="3500374"/>
            </a:xfrm>
            <a:custGeom>
              <a:avLst/>
              <a:gdLst/>
              <a:ahLst/>
              <a:cxnLst/>
              <a:rect r="r" b="b" t="t" l="l"/>
              <a:pathLst>
                <a:path h="3500374" w="13997939">
                  <a:moveTo>
                    <a:pt x="0" y="0"/>
                  </a:moveTo>
                  <a:lnTo>
                    <a:pt x="13997939" y="0"/>
                  </a:lnTo>
                  <a:lnTo>
                    <a:pt x="13997939" y="3500374"/>
                  </a:lnTo>
                  <a:lnTo>
                    <a:pt x="0" y="3500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05" r="0" b="-600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069791" y="9178880"/>
            <a:ext cx="4102893" cy="57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6"/>
              </a:lnSpc>
            </a:pPr>
            <a:r>
              <a:rPr lang="en-US" sz="4200">
                <a:solidFill>
                  <a:srgbClr val="8FAADC"/>
                </a:solidFill>
                <a:latin typeface="Roboto"/>
                <a:ea typeface="Roboto"/>
                <a:cs typeface="Roboto"/>
                <a:sym typeface="Roboto"/>
              </a:rPr>
              <a:t>Волна</a:t>
            </a:r>
          </a:p>
          <a:p>
            <a:pPr algn="ctr">
              <a:lnSpc>
                <a:spcPts val="4536"/>
              </a:lnSpc>
            </a:pPr>
            <a:r>
              <a:rPr lang="en-US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8576625" y="7477965"/>
            <a:ext cx="4195014" cy="1141218"/>
            <a:chOff x="0" y="0"/>
            <a:chExt cx="5593352" cy="152162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93334" cy="1521587"/>
            </a:xfrm>
            <a:custGeom>
              <a:avLst/>
              <a:gdLst/>
              <a:ahLst/>
              <a:cxnLst/>
              <a:rect r="r" b="b" t="t" l="l"/>
              <a:pathLst>
                <a:path h="1521587" w="5593334">
                  <a:moveTo>
                    <a:pt x="0" y="0"/>
                  </a:moveTo>
                  <a:lnTo>
                    <a:pt x="5593334" y="0"/>
                  </a:lnTo>
                  <a:lnTo>
                    <a:pt x="5593334" y="1521587"/>
                  </a:lnTo>
                  <a:lnTo>
                    <a:pt x="0" y="1521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3998" y="2521528"/>
            <a:ext cx="8262938" cy="5514108"/>
            <a:chOff x="0" y="0"/>
            <a:chExt cx="11017250" cy="73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17250" cy="7352157"/>
            </a:xfrm>
            <a:custGeom>
              <a:avLst/>
              <a:gdLst/>
              <a:ahLst/>
              <a:cxnLst/>
              <a:rect r="r" b="b" t="t" l="l"/>
              <a:pathLst>
                <a:path h="7352157" w="11017250">
                  <a:moveTo>
                    <a:pt x="0" y="0"/>
                  </a:moveTo>
                  <a:lnTo>
                    <a:pt x="11017250" y="0"/>
                  </a:lnTo>
                  <a:lnTo>
                    <a:pt x="11017250" y="7352157"/>
                  </a:lnTo>
                  <a:lnTo>
                    <a:pt x="0" y="7352157"/>
                  </a:lnTo>
                  <a:close/>
                </a:path>
              </a:pathLst>
            </a:custGeom>
            <a:solidFill>
              <a:srgbClr val="A5A5A5">
                <a:alpha val="24706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1301629"/>
            <a:ext cx="10778701" cy="9044197"/>
          </a:xfrm>
          <a:custGeom>
            <a:avLst/>
            <a:gdLst/>
            <a:ahLst/>
            <a:cxnLst/>
            <a:rect r="r" b="b" t="t" l="l"/>
            <a:pathLst>
              <a:path h="9044197" w="10778701">
                <a:moveTo>
                  <a:pt x="0" y="0"/>
                </a:moveTo>
                <a:lnTo>
                  <a:pt x="10778701" y="0"/>
                </a:lnTo>
                <a:lnTo>
                  <a:pt x="10778701" y="9044197"/>
                </a:lnTo>
                <a:lnTo>
                  <a:pt x="0" y="9044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8001" y="3472560"/>
            <a:ext cx="5862618" cy="153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Образец заголовка</a:t>
            </a:r>
          </a:p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в две строки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12625" y="5163905"/>
            <a:ext cx="2525682" cy="42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Место для фото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732258"/>
            <a:ext cx="2883923" cy="1405132"/>
            <a:chOff x="0" y="0"/>
            <a:chExt cx="3845230" cy="1873509"/>
          </a:xfrm>
        </p:grpSpPr>
        <p:grpSp>
          <p:nvGrpSpPr>
            <p:cNvPr name="Group 8" id="8"/>
            <p:cNvGrpSpPr>
              <a:grpSpLocks noChangeAspect="true"/>
            </p:cNvGrpSpPr>
            <p:nvPr/>
          </p:nvGrpSpPr>
          <p:grpSpPr>
            <a:xfrm rot="0">
              <a:off x="449405" y="0"/>
              <a:ext cx="3395825" cy="1009631"/>
              <a:chOff x="0" y="0"/>
              <a:chExt cx="3630752" cy="107947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699770" y="63500"/>
                <a:ext cx="714121" cy="951865"/>
              </a:xfrm>
              <a:custGeom>
                <a:avLst/>
                <a:gdLst/>
                <a:ahLst/>
                <a:cxnLst/>
                <a:rect r="r" b="b" t="t" l="l"/>
                <a:pathLst>
                  <a:path h="951865" w="714121">
                    <a:moveTo>
                      <a:pt x="0" y="0"/>
                    </a:moveTo>
                    <a:lnTo>
                      <a:pt x="142621" y="0"/>
                    </a:lnTo>
                    <a:lnTo>
                      <a:pt x="142621" y="494792"/>
                    </a:lnTo>
                    <a:cubicBezTo>
                      <a:pt x="142621" y="546481"/>
                      <a:pt x="141351" y="598678"/>
                      <a:pt x="138684" y="651383"/>
                    </a:cubicBezTo>
                    <a:cubicBezTo>
                      <a:pt x="136017" y="704088"/>
                      <a:pt x="134112" y="739775"/>
                      <a:pt x="132842" y="758444"/>
                    </a:cubicBezTo>
                    <a:lnTo>
                      <a:pt x="138684" y="758444"/>
                    </a:lnTo>
                    <a:lnTo>
                      <a:pt x="532511" y="0"/>
                    </a:lnTo>
                    <a:lnTo>
                      <a:pt x="714121" y="0"/>
                    </a:lnTo>
                    <a:lnTo>
                      <a:pt x="714121" y="951865"/>
                    </a:lnTo>
                    <a:lnTo>
                      <a:pt x="570992" y="951865"/>
                    </a:lnTo>
                    <a:lnTo>
                      <a:pt x="570992" y="461010"/>
                    </a:lnTo>
                    <a:cubicBezTo>
                      <a:pt x="570992" y="385953"/>
                      <a:pt x="575183" y="294767"/>
                      <a:pt x="583311" y="187579"/>
                    </a:cubicBezTo>
                    <a:lnTo>
                      <a:pt x="578104" y="187579"/>
                    </a:lnTo>
                    <a:lnTo>
                      <a:pt x="182245" y="951865"/>
                    </a:lnTo>
                    <a:lnTo>
                      <a:pt x="0" y="95186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0" id="10"/>
              <p:cNvSpPr/>
              <p:nvPr/>
            </p:nvSpPr>
            <p:spPr>
              <a:xfrm flipH="false" flipV="false" rot="0">
                <a:off x="1522730" y="63500"/>
                <a:ext cx="643890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643890">
                    <a:moveTo>
                      <a:pt x="155575" y="821055"/>
                    </a:moveTo>
                    <a:lnTo>
                      <a:pt x="267589" y="821055"/>
                    </a:lnTo>
                    <a:cubicBezTo>
                      <a:pt x="342265" y="821055"/>
                      <a:pt x="396875" y="808736"/>
                      <a:pt x="431673" y="784225"/>
                    </a:cubicBezTo>
                    <a:cubicBezTo>
                      <a:pt x="466471" y="759714"/>
                      <a:pt x="483743" y="720090"/>
                      <a:pt x="483743" y="665480"/>
                    </a:cubicBezTo>
                    <a:cubicBezTo>
                      <a:pt x="483743" y="613029"/>
                      <a:pt x="466217" y="575056"/>
                      <a:pt x="431292" y="551815"/>
                    </a:cubicBezTo>
                    <a:cubicBezTo>
                      <a:pt x="396367" y="528574"/>
                      <a:pt x="335534" y="517017"/>
                      <a:pt x="248666" y="517017"/>
                    </a:cubicBezTo>
                    <a:lnTo>
                      <a:pt x="155575" y="517017"/>
                    </a:lnTo>
                    <a:close/>
                    <a:moveTo>
                      <a:pt x="643890" y="665480"/>
                    </a:moveTo>
                    <a:cubicBezTo>
                      <a:pt x="643890" y="856488"/>
                      <a:pt x="521462" y="951992"/>
                      <a:pt x="276606" y="951992"/>
                    </a:cubicBezTo>
                    <a:lnTo>
                      <a:pt x="0" y="951992"/>
                    </a:lnTo>
                    <a:lnTo>
                      <a:pt x="0" y="0"/>
                    </a:lnTo>
                    <a:lnTo>
                      <a:pt x="580771" y="0"/>
                    </a:lnTo>
                    <a:lnTo>
                      <a:pt x="580771" y="133477"/>
                    </a:lnTo>
                    <a:lnTo>
                      <a:pt x="155575" y="133477"/>
                    </a:lnTo>
                    <a:lnTo>
                      <a:pt x="155575" y="386715"/>
                    </a:lnTo>
                    <a:lnTo>
                      <a:pt x="268859" y="386715"/>
                    </a:lnTo>
                    <a:cubicBezTo>
                      <a:pt x="518922" y="386715"/>
                      <a:pt x="643890" y="479552"/>
                      <a:pt x="643890" y="665353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2217293" y="63500"/>
                <a:ext cx="1397254" cy="957326"/>
              </a:xfrm>
              <a:custGeom>
                <a:avLst/>
                <a:gdLst/>
                <a:ahLst/>
                <a:cxnLst/>
                <a:rect r="r" b="b" t="t" l="l"/>
                <a:pathLst>
                  <a:path h="957326" w="1397254">
                    <a:moveTo>
                      <a:pt x="1151382" y="345948"/>
                    </a:moveTo>
                    <a:cubicBezTo>
                      <a:pt x="1169670" y="333629"/>
                      <a:pt x="1198372" y="315849"/>
                      <a:pt x="1229360" y="317500"/>
                    </a:cubicBezTo>
                    <a:cubicBezTo>
                      <a:pt x="1252093" y="318770"/>
                      <a:pt x="1273175" y="329184"/>
                      <a:pt x="1283081" y="342646"/>
                    </a:cubicBezTo>
                    <a:cubicBezTo>
                      <a:pt x="1312164" y="381889"/>
                      <a:pt x="1294765" y="477266"/>
                      <a:pt x="1207897" y="549148"/>
                    </a:cubicBezTo>
                    <a:cubicBezTo>
                      <a:pt x="1082167" y="653161"/>
                      <a:pt x="1014857" y="649986"/>
                      <a:pt x="1014857" y="649986"/>
                    </a:cubicBezTo>
                    <a:cubicBezTo>
                      <a:pt x="1029970" y="464185"/>
                      <a:pt x="1134872" y="357124"/>
                      <a:pt x="1151509" y="345948"/>
                    </a:cubicBezTo>
                    <a:moveTo>
                      <a:pt x="1206500" y="808228"/>
                    </a:moveTo>
                    <a:cubicBezTo>
                      <a:pt x="1176782" y="843534"/>
                      <a:pt x="1140714" y="881761"/>
                      <a:pt x="1100582" y="884555"/>
                    </a:cubicBezTo>
                    <a:cubicBezTo>
                      <a:pt x="1066927" y="886968"/>
                      <a:pt x="1013587" y="902462"/>
                      <a:pt x="1013968" y="684657"/>
                    </a:cubicBezTo>
                    <a:cubicBezTo>
                      <a:pt x="1115822" y="679577"/>
                      <a:pt x="1397254" y="524256"/>
                      <a:pt x="1343152" y="363982"/>
                    </a:cubicBezTo>
                    <a:cubicBezTo>
                      <a:pt x="1333246" y="334645"/>
                      <a:pt x="1308862" y="305181"/>
                      <a:pt x="1279398" y="288925"/>
                    </a:cubicBezTo>
                    <a:cubicBezTo>
                      <a:pt x="1249935" y="272669"/>
                      <a:pt x="1217422" y="264668"/>
                      <a:pt x="1182243" y="264541"/>
                    </a:cubicBezTo>
                    <a:cubicBezTo>
                      <a:pt x="1123569" y="264414"/>
                      <a:pt x="1069467" y="305308"/>
                      <a:pt x="1028827" y="343408"/>
                    </a:cubicBezTo>
                    <a:cubicBezTo>
                      <a:pt x="988695" y="381000"/>
                      <a:pt x="911479" y="476885"/>
                      <a:pt x="901065" y="588645"/>
                    </a:cubicBezTo>
                    <a:cubicBezTo>
                      <a:pt x="900176" y="598297"/>
                      <a:pt x="899414" y="608330"/>
                      <a:pt x="898779" y="618490"/>
                    </a:cubicBezTo>
                    <a:cubicBezTo>
                      <a:pt x="892937" y="613664"/>
                      <a:pt x="887603" y="608203"/>
                      <a:pt x="883031" y="601980"/>
                    </a:cubicBezTo>
                    <a:cubicBezTo>
                      <a:pt x="866775" y="579120"/>
                      <a:pt x="864616" y="533781"/>
                      <a:pt x="835533" y="507238"/>
                    </a:cubicBezTo>
                    <a:cubicBezTo>
                      <a:pt x="827405" y="499745"/>
                      <a:pt x="814324" y="496443"/>
                      <a:pt x="800989" y="497078"/>
                    </a:cubicBezTo>
                    <a:cubicBezTo>
                      <a:pt x="774954" y="498348"/>
                      <a:pt x="736981" y="541274"/>
                      <a:pt x="713994" y="570611"/>
                    </a:cubicBezTo>
                    <a:lnTo>
                      <a:pt x="713994" y="0"/>
                    </a:lnTo>
                    <a:lnTo>
                      <a:pt x="557657" y="0"/>
                    </a:lnTo>
                    <a:lnTo>
                      <a:pt x="557657" y="520573"/>
                    </a:lnTo>
                    <a:cubicBezTo>
                      <a:pt x="540893" y="550037"/>
                      <a:pt x="508127" y="628650"/>
                      <a:pt x="475742" y="628650"/>
                    </a:cubicBezTo>
                    <a:cubicBezTo>
                      <a:pt x="445897" y="628650"/>
                      <a:pt x="511175" y="456438"/>
                      <a:pt x="414147" y="429895"/>
                    </a:cubicBezTo>
                    <a:cubicBezTo>
                      <a:pt x="358013" y="414528"/>
                      <a:pt x="321056" y="506984"/>
                      <a:pt x="265811" y="511810"/>
                    </a:cubicBezTo>
                    <a:cubicBezTo>
                      <a:pt x="225171" y="515366"/>
                      <a:pt x="194564" y="483489"/>
                      <a:pt x="185039" y="471297"/>
                    </a:cubicBezTo>
                    <a:cubicBezTo>
                      <a:pt x="162306" y="442341"/>
                      <a:pt x="156210" y="399796"/>
                      <a:pt x="156210" y="350393"/>
                    </a:cubicBezTo>
                    <a:lnTo>
                      <a:pt x="156210" y="0"/>
                    </a:lnTo>
                    <a:lnTo>
                      <a:pt x="0" y="0"/>
                    </a:lnTo>
                    <a:lnTo>
                      <a:pt x="0" y="386715"/>
                    </a:lnTo>
                    <a:cubicBezTo>
                      <a:pt x="0" y="464439"/>
                      <a:pt x="24384" y="524383"/>
                      <a:pt x="73279" y="566801"/>
                    </a:cubicBezTo>
                    <a:cubicBezTo>
                      <a:pt x="122174" y="609219"/>
                      <a:pt x="175006" y="627507"/>
                      <a:pt x="260604" y="600329"/>
                    </a:cubicBezTo>
                    <a:cubicBezTo>
                      <a:pt x="335788" y="576453"/>
                      <a:pt x="370840" y="466090"/>
                      <a:pt x="399796" y="467868"/>
                    </a:cubicBezTo>
                    <a:cubicBezTo>
                      <a:pt x="443738" y="470408"/>
                      <a:pt x="340233" y="654558"/>
                      <a:pt x="432181" y="698627"/>
                    </a:cubicBezTo>
                    <a:cubicBezTo>
                      <a:pt x="477393" y="720344"/>
                      <a:pt x="530225" y="650748"/>
                      <a:pt x="557911" y="579120"/>
                    </a:cubicBezTo>
                    <a:lnTo>
                      <a:pt x="557911" y="951865"/>
                    </a:lnTo>
                    <a:lnTo>
                      <a:pt x="714248" y="951865"/>
                    </a:lnTo>
                    <a:lnTo>
                      <a:pt x="714248" y="621665"/>
                    </a:lnTo>
                    <a:cubicBezTo>
                      <a:pt x="739902" y="584835"/>
                      <a:pt x="779145" y="533400"/>
                      <a:pt x="799084" y="531114"/>
                    </a:cubicBezTo>
                    <a:cubicBezTo>
                      <a:pt x="811657" y="529717"/>
                      <a:pt x="818388" y="536829"/>
                      <a:pt x="824103" y="545465"/>
                    </a:cubicBezTo>
                    <a:cubicBezTo>
                      <a:pt x="838200" y="566801"/>
                      <a:pt x="842010" y="593598"/>
                      <a:pt x="855472" y="620141"/>
                    </a:cubicBezTo>
                    <a:cubicBezTo>
                      <a:pt x="864235" y="637540"/>
                      <a:pt x="879729" y="650113"/>
                      <a:pt x="897509" y="659384"/>
                    </a:cubicBezTo>
                    <a:cubicBezTo>
                      <a:pt x="896620" y="743839"/>
                      <a:pt x="908812" y="834136"/>
                      <a:pt x="949071" y="884682"/>
                    </a:cubicBezTo>
                    <a:cubicBezTo>
                      <a:pt x="984758" y="929386"/>
                      <a:pt x="1028573" y="957326"/>
                      <a:pt x="1096391" y="950976"/>
                    </a:cubicBezTo>
                    <a:cubicBezTo>
                      <a:pt x="1144778" y="946404"/>
                      <a:pt x="1191514" y="899160"/>
                      <a:pt x="1213739" y="875665"/>
                    </a:cubicBezTo>
                    <a:cubicBezTo>
                      <a:pt x="1249934" y="837438"/>
                      <a:pt x="1306322" y="733425"/>
                      <a:pt x="1307973" y="704723"/>
                    </a:cubicBezTo>
                    <a:lnTo>
                      <a:pt x="1274572" y="704723"/>
                    </a:lnTo>
                    <a:cubicBezTo>
                      <a:pt x="1249553" y="747395"/>
                      <a:pt x="1236091" y="773049"/>
                      <a:pt x="1206373" y="808228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63500" y="327533"/>
                <a:ext cx="565150" cy="688467"/>
              </a:xfrm>
              <a:custGeom>
                <a:avLst/>
                <a:gdLst/>
                <a:ahLst/>
                <a:cxnLst/>
                <a:rect r="r" b="b" t="t" l="l"/>
                <a:pathLst>
                  <a:path h="688467" w="565150">
                    <a:moveTo>
                      <a:pt x="565150" y="0"/>
                    </a:moveTo>
                    <a:lnTo>
                      <a:pt x="565150" y="133477"/>
                    </a:lnTo>
                    <a:lnTo>
                      <a:pt x="155575" y="133477"/>
                    </a:lnTo>
                    <a:lnTo>
                      <a:pt x="155575" y="688467"/>
                    </a:lnTo>
                    <a:lnTo>
                      <a:pt x="0" y="6884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60505" y="1162576"/>
              <a:ext cx="3760986" cy="710934"/>
            </a:xfrm>
            <a:custGeom>
              <a:avLst/>
              <a:gdLst/>
              <a:ahLst/>
              <a:cxnLst/>
              <a:rect r="r" b="b" t="t" l="l"/>
              <a:pathLst>
                <a:path h="710934" w="3760986">
                  <a:moveTo>
                    <a:pt x="0" y="0"/>
                  </a:moveTo>
                  <a:lnTo>
                    <a:pt x="3760986" y="0"/>
                  </a:lnTo>
                  <a:lnTo>
                    <a:pt x="3760986" y="710933"/>
                  </a:lnTo>
                  <a:lnTo>
                    <a:pt x="0" y="710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-5400000">
              <a:off x="-293900" y="227225"/>
              <a:ext cx="1009631" cy="555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8"/>
                </a:lnSpc>
              </a:pPr>
              <a:r>
                <a:rPr lang="en-US" sz="245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2025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252989" y="1028700"/>
            <a:ext cx="2431490" cy="812248"/>
          </a:xfrm>
          <a:custGeom>
            <a:avLst/>
            <a:gdLst/>
            <a:ahLst/>
            <a:cxnLst/>
            <a:rect r="r" b="b" t="t" l="l"/>
            <a:pathLst>
              <a:path h="812248" w="2431490">
                <a:moveTo>
                  <a:pt x="0" y="0"/>
                </a:moveTo>
                <a:lnTo>
                  <a:pt x="2431490" y="0"/>
                </a:lnTo>
                <a:lnTo>
                  <a:pt x="2431490" y="812248"/>
                </a:lnTo>
                <a:lnTo>
                  <a:pt x="0" y="8122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563" r="0" b="-15022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924595" y="1184564"/>
            <a:ext cx="2852959" cy="500519"/>
          </a:xfrm>
          <a:custGeom>
            <a:avLst/>
            <a:gdLst/>
            <a:ahLst/>
            <a:cxnLst/>
            <a:rect r="r" b="b" t="t" l="l"/>
            <a:pathLst>
              <a:path h="500519" w="2852959">
                <a:moveTo>
                  <a:pt x="0" y="0"/>
                </a:moveTo>
                <a:lnTo>
                  <a:pt x="2852959" y="0"/>
                </a:lnTo>
                <a:lnTo>
                  <a:pt x="2852959" y="500519"/>
                </a:lnTo>
                <a:lnTo>
                  <a:pt x="0" y="5005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015679" y="1046091"/>
            <a:ext cx="2396221" cy="638992"/>
          </a:xfrm>
          <a:custGeom>
            <a:avLst/>
            <a:gdLst/>
            <a:ahLst/>
            <a:cxnLst/>
            <a:rect r="r" b="b" t="t" l="l"/>
            <a:pathLst>
              <a:path h="638992" w="2396221">
                <a:moveTo>
                  <a:pt x="0" y="0"/>
                </a:moveTo>
                <a:lnTo>
                  <a:pt x="2396221" y="0"/>
                </a:lnTo>
                <a:lnTo>
                  <a:pt x="2396221" y="638992"/>
                </a:lnTo>
                <a:lnTo>
                  <a:pt x="0" y="6389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732258"/>
            <a:ext cx="2883923" cy="1405132"/>
            <a:chOff x="0" y="0"/>
            <a:chExt cx="3845230" cy="1873509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0">
              <a:off x="449405" y="0"/>
              <a:ext cx="3395825" cy="1009631"/>
              <a:chOff x="0" y="0"/>
              <a:chExt cx="3630752" cy="107947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699770" y="63500"/>
                <a:ext cx="714121" cy="951865"/>
              </a:xfrm>
              <a:custGeom>
                <a:avLst/>
                <a:gdLst/>
                <a:ahLst/>
                <a:cxnLst/>
                <a:rect r="r" b="b" t="t" l="l"/>
                <a:pathLst>
                  <a:path h="951865" w="714121">
                    <a:moveTo>
                      <a:pt x="0" y="0"/>
                    </a:moveTo>
                    <a:lnTo>
                      <a:pt x="142621" y="0"/>
                    </a:lnTo>
                    <a:lnTo>
                      <a:pt x="142621" y="494792"/>
                    </a:lnTo>
                    <a:cubicBezTo>
                      <a:pt x="142621" y="546481"/>
                      <a:pt x="141351" y="598678"/>
                      <a:pt x="138684" y="651383"/>
                    </a:cubicBezTo>
                    <a:cubicBezTo>
                      <a:pt x="136017" y="704088"/>
                      <a:pt x="134112" y="739775"/>
                      <a:pt x="132842" y="758444"/>
                    </a:cubicBezTo>
                    <a:lnTo>
                      <a:pt x="138684" y="758444"/>
                    </a:lnTo>
                    <a:lnTo>
                      <a:pt x="532511" y="0"/>
                    </a:lnTo>
                    <a:lnTo>
                      <a:pt x="714121" y="0"/>
                    </a:lnTo>
                    <a:lnTo>
                      <a:pt x="714121" y="951865"/>
                    </a:lnTo>
                    <a:lnTo>
                      <a:pt x="570992" y="951865"/>
                    </a:lnTo>
                    <a:lnTo>
                      <a:pt x="570992" y="461010"/>
                    </a:lnTo>
                    <a:cubicBezTo>
                      <a:pt x="570992" y="385953"/>
                      <a:pt x="575183" y="294767"/>
                      <a:pt x="583311" y="187579"/>
                    </a:cubicBezTo>
                    <a:lnTo>
                      <a:pt x="578104" y="187579"/>
                    </a:lnTo>
                    <a:lnTo>
                      <a:pt x="182245" y="951865"/>
                    </a:lnTo>
                    <a:lnTo>
                      <a:pt x="0" y="95186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" id="5"/>
              <p:cNvSpPr/>
              <p:nvPr/>
            </p:nvSpPr>
            <p:spPr>
              <a:xfrm flipH="false" flipV="false" rot="0">
                <a:off x="1522730" y="63500"/>
                <a:ext cx="643890" cy="951992"/>
              </a:xfrm>
              <a:custGeom>
                <a:avLst/>
                <a:gdLst/>
                <a:ahLst/>
                <a:cxnLst/>
                <a:rect r="r" b="b" t="t" l="l"/>
                <a:pathLst>
                  <a:path h="951992" w="643890">
                    <a:moveTo>
                      <a:pt x="155575" y="821055"/>
                    </a:moveTo>
                    <a:lnTo>
                      <a:pt x="267589" y="821055"/>
                    </a:lnTo>
                    <a:cubicBezTo>
                      <a:pt x="342265" y="821055"/>
                      <a:pt x="396875" y="808736"/>
                      <a:pt x="431673" y="784225"/>
                    </a:cubicBezTo>
                    <a:cubicBezTo>
                      <a:pt x="466471" y="759714"/>
                      <a:pt x="483743" y="720090"/>
                      <a:pt x="483743" y="665480"/>
                    </a:cubicBezTo>
                    <a:cubicBezTo>
                      <a:pt x="483743" y="613029"/>
                      <a:pt x="466217" y="575056"/>
                      <a:pt x="431292" y="551815"/>
                    </a:cubicBezTo>
                    <a:cubicBezTo>
                      <a:pt x="396367" y="528574"/>
                      <a:pt x="335534" y="517017"/>
                      <a:pt x="248666" y="517017"/>
                    </a:cubicBezTo>
                    <a:lnTo>
                      <a:pt x="155575" y="517017"/>
                    </a:lnTo>
                    <a:close/>
                    <a:moveTo>
                      <a:pt x="643890" y="665480"/>
                    </a:moveTo>
                    <a:cubicBezTo>
                      <a:pt x="643890" y="856488"/>
                      <a:pt x="521462" y="951992"/>
                      <a:pt x="276606" y="951992"/>
                    </a:cubicBezTo>
                    <a:lnTo>
                      <a:pt x="0" y="951992"/>
                    </a:lnTo>
                    <a:lnTo>
                      <a:pt x="0" y="0"/>
                    </a:lnTo>
                    <a:lnTo>
                      <a:pt x="580771" y="0"/>
                    </a:lnTo>
                    <a:lnTo>
                      <a:pt x="580771" y="133477"/>
                    </a:lnTo>
                    <a:lnTo>
                      <a:pt x="155575" y="133477"/>
                    </a:lnTo>
                    <a:lnTo>
                      <a:pt x="155575" y="386715"/>
                    </a:lnTo>
                    <a:lnTo>
                      <a:pt x="268859" y="386715"/>
                    </a:lnTo>
                    <a:cubicBezTo>
                      <a:pt x="518922" y="386715"/>
                      <a:pt x="643890" y="479552"/>
                      <a:pt x="643890" y="665353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" id="6"/>
              <p:cNvSpPr/>
              <p:nvPr/>
            </p:nvSpPr>
            <p:spPr>
              <a:xfrm flipH="false" flipV="false" rot="0">
                <a:off x="2217293" y="63500"/>
                <a:ext cx="1397254" cy="957326"/>
              </a:xfrm>
              <a:custGeom>
                <a:avLst/>
                <a:gdLst/>
                <a:ahLst/>
                <a:cxnLst/>
                <a:rect r="r" b="b" t="t" l="l"/>
                <a:pathLst>
                  <a:path h="957326" w="1397254">
                    <a:moveTo>
                      <a:pt x="1151382" y="345948"/>
                    </a:moveTo>
                    <a:cubicBezTo>
                      <a:pt x="1169670" y="333629"/>
                      <a:pt x="1198372" y="315849"/>
                      <a:pt x="1229360" y="317500"/>
                    </a:cubicBezTo>
                    <a:cubicBezTo>
                      <a:pt x="1252093" y="318770"/>
                      <a:pt x="1273175" y="329184"/>
                      <a:pt x="1283081" y="342646"/>
                    </a:cubicBezTo>
                    <a:cubicBezTo>
                      <a:pt x="1312164" y="381889"/>
                      <a:pt x="1294765" y="477266"/>
                      <a:pt x="1207897" y="549148"/>
                    </a:cubicBezTo>
                    <a:cubicBezTo>
                      <a:pt x="1082167" y="653161"/>
                      <a:pt x="1014857" y="649986"/>
                      <a:pt x="1014857" y="649986"/>
                    </a:cubicBezTo>
                    <a:cubicBezTo>
                      <a:pt x="1029970" y="464185"/>
                      <a:pt x="1134872" y="357124"/>
                      <a:pt x="1151509" y="345948"/>
                    </a:cubicBezTo>
                    <a:moveTo>
                      <a:pt x="1206500" y="808228"/>
                    </a:moveTo>
                    <a:cubicBezTo>
                      <a:pt x="1176782" y="843534"/>
                      <a:pt x="1140714" y="881761"/>
                      <a:pt x="1100582" y="884555"/>
                    </a:cubicBezTo>
                    <a:cubicBezTo>
                      <a:pt x="1066927" y="886968"/>
                      <a:pt x="1013587" y="902462"/>
                      <a:pt x="1013968" y="684657"/>
                    </a:cubicBezTo>
                    <a:cubicBezTo>
                      <a:pt x="1115822" y="679577"/>
                      <a:pt x="1397254" y="524256"/>
                      <a:pt x="1343152" y="363982"/>
                    </a:cubicBezTo>
                    <a:cubicBezTo>
                      <a:pt x="1333246" y="334645"/>
                      <a:pt x="1308862" y="305181"/>
                      <a:pt x="1279398" y="288925"/>
                    </a:cubicBezTo>
                    <a:cubicBezTo>
                      <a:pt x="1249935" y="272669"/>
                      <a:pt x="1217422" y="264668"/>
                      <a:pt x="1182243" y="264541"/>
                    </a:cubicBezTo>
                    <a:cubicBezTo>
                      <a:pt x="1123569" y="264414"/>
                      <a:pt x="1069467" y="305308"/>
                      <a:pt x="1028827" y="343408"/>
                    </a:cubicBezTo>
                    <a:cubicBezTo>
                      <a:pt x="988695" y="381000"/>
                      <a:pt x="911479" y="476885"/>
                      <a:pt x="901065" y="588645"/>
                    </a:cubicBezTo>
                    <a:cubicBezTo>
                      <a:pt x="900176" y="598297"/>
                      <a:pt x="899414" y="608330"/>
                      <a:pt x="898779" y="618490"/>
                    </a:cubicBezTo>
                    <a:cubicBezTo>
                      <a:pt x="892937" y="613664"/>
                      <a:pt x="887603" y="608203"/>
                      <a:pt x="883031" y="601980"/>
                    </a:cubicBezTo>
                    <a:cubicBezTo>
                      <a:pt x="866775" y="579120"/>
                      <a:pt x="864616" y="533781"/>
                      <a:pt x="835533" y="507238"/>
                    </a:cubicBezTo>
                    <a:cubicBezTo>
                      <a:pt x="827405" y="499745"/>
                      <a:pt x="814324" y="496443"/>
                      <a:pt x="800989" y="497078"/>
                    </a:cubicBezTo>
                    <a:cubicBezTo>
                      <a:pt x="774954" y="498348"/>
                      <a:pt x="736981" y="541274"/>
                      <a:pt x="713994" y="570611"/>
                    </a:cubicBezTo>
                    <a:lnTo>
                      <a:pt x="713994" y="0"/>
                    </a:lnTo>
                    <a:lnTo>
                      <a:pt x="557657" y="0"/>
                    </a:lnTo>
                    <a:lnTo>
                      <a:pt x="557657" y="520573"/>
                    </a:lnTo>
                    <a:cubicBezTo>
                      <a:pt x="540893" y="550037"/>
                      <a:pt x="508127" y="628650"/>
                      <a:pt x="475742" y="628650"/>
                    </a:cubicBezTo>
                    <a:cubicBezTo>
                      <a:pt x="445897" y="628650"/>
                      <a:pt x="511175" y="456438"/>
                      <a:pt x="414147" y="429895"/>
                    </a:cubicBezTo>
                    <a:cubicBezTo>
                      <a:pt x="358013" y="414528"/>
                      <a:pt x="321056" y="506984"/>
                      <a:pt x="265811" y="511810"/>
                    </a:cubicBezTo>
                    <a:cubicBezTo>
                      <a:pt x="225171" y="515366"/>
                      <a:pt x="194564" y="483489"/>
                      <a:pt x="185039" y="471297"/>
                    </a:cubicBezTo>
                    <a:cubicBezTo>
                      <a:pt x="162306" y="442341"/>
                      <a:pt x="156210" y="399796"/>
                      <a:pt x="156210" y="350393"/>
                    </a:cubicBezTo>
                    <a:lnTo>
                      <a:pt x="156210" y="0"/>
                    </a:lnTo>
                    <a:lnTo>
                      <a:pt x="0" y="0"/>
                    </a:lnTo>
                    <a:lnTo>
                      <a:pt x="0" y="386715"/>
                    </a:lnTo>
                    <a:cubicBezTo>
                      <a:pt x="0" y="464439"/>
                      <a:pt x="24384" y="524383"/>
                      <a:pt x="73279" y="566801"/>
                    </a:cubicBezTo>
                    <a:cubicBezTo>
                      <a:pt x="122174" y="609219"/>
                      <a:pt x="175006" y="627507"/>
                      <a:pt x="260604" y="600329"/>
                    </a:cubicBezTo>
                    <a:cubicBezTo>
                      <a:pt x="335788" y="576453"/>
                      <a:pt x="370840" y="466090"/>
                      <a:pt x="399796" y="467868"/>
                    </a:cubicBezTo>
                    <a:cubicBezTo>
                      <a:pt x="443738" y="470408"/>
                      <a:pt x="340233" y="654558"/>
                      <a:pt x="432181" y="698627"/>
                    </a:cubicBezTo>
                    <a:cubicBezTo>
                      <a:pt x="477393" y="720344"/>
                      <a:pt x="530225" y="650748"/>
                      <a:pt x="557911" y="579120"/>
                    </a:cubicBezTo>
                    <a:lnTo>
                      <a:pt x="557911" y="951865"/>
                    </a:lnTo>
                    <a:lnTo>
                      <a:pt x="714248" y="951865"/>
                    </a:lnTo>
                    <a:lnTo>
                      <a:pt x="714248" y="621665"/>
                    </a:lnTo>
                    <a:cubicBezTo>
                      <a:pt x="739902" y="584835"/>
                      <a:pt x="779145" y="533400"/>
                      <a:pt x="799084" y="531114"/>
                    </a:cubicBezTo>
                    <a:cubicBezTo>
                      <a:pt x="811657" y="529717"/>
                      <a:pt x="818388" y="536829"/>
                      <a:pt x="824103" y="545465"/>
                    </a:cubicBezTo>
                    <a:cubicBezTo>
                      <a:pt x="838200" y="566801"/>
                      <a:pt x="842010" y="593598"/>
                      <a:pt x="855472" y="620141"/>
                    </a:cubicBezTo>
                    <a:cubicBezTo>
                      <a:pt x="864235" y="637540"/>
                      <a:pt x="879729" y="650113"/>
                      <a:pt x="897509" y="659384"/>
                    </a:cubicBezTo>
                    <a:cubicBezTo>
                      <a:pt x="896620" y="743839"/>
                      <a:pt x="908812" y="834136"/>
                      <a:pt x="949071" y="884682"/>
                    </a:cubicBezTo>
                    <a:cubicBezTo>
                      <a:pt x="984758" y="929386"/>
                      <a:pt x="1028573" y="957326"/>
                      <a:pt x="1096391" y="950976"/>
                    </a:cubicBezTo>
                    <a:cubicBezTo>
                      <a:pt x="1144778" y="946404"/>
                      <a:pt x="1191514" y="899160"/>
                      <a:pt x="1213739" y="875665"/>
                    </a:cubicBezTo>
                    <a:cubicBezTo>
                      <a:pt x="1249934" y="837438"/>
                      <a:pt x="1306322" y="733425"/>
                      <a:pt x="1307973" y="704723"/>
                    </a:cubicBezTo>
                    <a:lnTo>
                      <a:pt x="1274572" y="704723"/>
                    </a:lnTo>
                    <a:cubicBezTo>
                      <a:pt x="1249553" y="747395"/>
                      <a:pt x="1236091" y="773049"/>
                      <a:pt x="1206373" y="808228"/>
                    </a:cubicBezTo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7" id="7"/>
              <p:cNvSpPr/>
              <p:nvPr/>
            </p:nvSpPr>
            <p:spPr>
              <a:xfrm flipH="false" flipV="false" rot="0">
                <a:off x="63500" y="327533"/>
                <a:ext cx="565150" cy="688467"/>
              </a:xfrm>
              <a:custGeom>
                <a:avLst/>
                <a:gdLst/>
                <a:ahLst/>
                <a:cxnLst/>
                <a:rect r="r" b="b" t="t" l="l"/>
                <a:pathLst>
                  <a:path h="688467" w="565150">
                    <a:moveTo>
                      <a:pt x="565150" y="0"/>
                    </a:moveTo>
                    <a:lnTo>
                      <a:pt x="565150" y="133477"/>
                    </a:lnTo>
                    <a:lnTo>
                      <a:pt x="155575" y="133477"/>
                    </a:lnTo>
                    <a:lnTo>
                      <a:pt x="155575" y="688467"/>
                    </a:lnTo>
                    <a:lnTo>
                      <a:pt x="0" y="6884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60505" y="1162576"/>
              <a:ext cx="3760986" cy="710934"/>
            </a:xfrm>
            <a:custGeom>
              <a:avLst/>
              <a:gdLst/>
              <a:ahLst/>
              <a:cxnLst/>
              <a:rect r="r" b="b" t="t" l="l"/>
              <a:pathLst>
                <a:path h="710934" w="3760986">
                  <a:moveTo>
                    <a:pt x="0" y="0"/>
                  </a:moveTo>
                  <a:lnTo>
                    <a:pt x="3760986" y="0"/>
                  </a:lnTo>
                  <a:lnTo>
                    <a:pt x="3760986" y="710933"/>
                  </a:lnTo>
                  <a:lnTo>
                    <a:pt x="0" y="710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-5400000">
              <a:off x="-293900" y="227225"/>
              <a:ext cx="1009631" cy="555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38"/>
                </a:lnSpc>
              </a:pPr>
              <a:r>
                <a:rPr lang="en-US" sz="2456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2025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98001" y="3472560"/>
            <a:ext cx="5862618" cy="1533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Образец заголовка</a:t>
            </a:r>
          </a:p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в две строки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197500" y="8157297"/>
            <a:ext cx="4443111" cy="4443111"/>
          </a:xfrm>
          <a:custGeom>
            <a:avLst/>
            <a:gdLst/>
            <a:ahLst/>
            <a:cxnLst/>
            <a:rect r="r" b="b" t="t" l="l"/>
            <a:pathLst>
              <a:path h="4443111" w="4443111">
                <a:moveTo>
                  <a:pt x="0" y="0"/>
                </a:moveTo>
                <a:lnTo>
                  <a:pt x="4443111" y="0"/>
                </a:lnTo>
                <a:lnTo>
                  <a:pt x="4443111" y="4443111"/>
                </a:lnTo>
                <a:lnTo>
                  <a:pt x="0" y="4443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8157297"/>
            <a:ext cx="18419056" cy="2129703"/>
          </a:xfrm>
          <a:custGeom>
            <a:avLst/>
            <a:gdLst/>
            <a:ahLst/>
            <a:cxnLst/>
            <a:rect r="r" b="b" t="t" l="l"/>
            <a:pathLst>
              <a:path h="2129703" w="18419056">
                <a:moveTo>
                  <a:pt x="0" y="0"/>
                </a:moveTo>
                <a:lnTo>
                  <a:pt x="18419056" y="0"/>
                </a:lnTo>
                <a:lnTo>
                  <a:pt x="18419056" y="2129703"/>
                </a:lnTo>
                <a:lnTo>
                  <a:pt x="0" y="21297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105510" y="8843523"/>
            <a:ext cx="3070659" cy="3070659"/>
          </a:xfrm>
          <a:custGeom>
            <a:avLst/>
            <a:gdLst/>
            <a:ahLst/>
            <a:cxnLst/>
            <a:rect r="r" b="b" t="t" l="l"/>
            <a:pathLst>
              <a:path h="3070659" w="3070659">
                <a:moveTo>
                  <a:pt x="0" y="0"/>
                </a:moveTo>
                <a:lnTo>
                  <a:pt x="3070659" y="0"/>
                </a:lnTo>
                <a:lnTo>
                  <a:pt x="3070659" y="3070659"/>
                </a:lnTo>
                <a:lnTo>
                  <a:pt x="0" y="3070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5999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252989" y="1028700"/>
            <a:ext cx="2431490" cy="812248"/>
          </a:xfrm>
          <a:custGeom>
            <a:avLst/>
            <a:gdLst/>
            <a:ahLst/>
            <a:cxnLst/>
            <a:rect r="r" b="b" t="t" l="l"/>
            <a:pathLst>
              <a:path h="812248" w="2431490">
                <a:moveTo>
                  <a:pt x="0" y="0"/>
                </a:moveTo>
                <a:lnTo>
                  <a:pt x="2431490" y="0"/>
                </a:lnTo>
                <a:lnTo>
                  <a:pt x="2431490" y="812248"/>
                </a:lnTo>
                <a:lnTo>
                  <a:pt x="0" y="8122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8563" r="0" b="-15022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24595" y="1184564"/>
            <a:ext cx="2852959" cy="500519"/>
          </a:xfrm>
          <a:custGeom>
            <a:avLst/>
            <a:gdLst/>
            <a:ahLst/>
            <a:cxnLst/>
            <a:rect r="r" b="b" t="t" l="l"/>
            <a:pathLst>
              <a:path h="500519" w="2852959">
                <a:moveTo>
                  <a:pt x="0" y="0"/>
                </a:moveTo>
                <a:lnTo>
                  <a:pt x="2852959" y="0"/>
                </a:lnTo>
                <a:lnTo>
                  <a:pt x="2852959" y="500519"/>
                </a:lnTo>
                <a:lnTo>
                  <a:pt x="0" y="5005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015679" y="1046091"/>
            <a:ext cx="2396221" cy="638992"/>
          </a:xfrm>
          <a:custGeom>
            <a:avLst/>
            <a:gdLst/>
            <a:ahLst/>
            <a:cxnLst/>
            <a:rect r="r" b="b" t="t" l="l"/>
            <a:pathLst>
              <a:path h="638992" w="2396221">
                <a:moveTo>
                  <a:pt x="0" y="0"/>
                </a:moveTo>
                <a:lnTo>
                  <a:pt x="2396221" y="0"/>
                </a:lnTo>
                <a:lnTo>
                  <a:pt x="2396221" y="638992"/>
                </a:lnTo>
                <a:lnTo>
                  <a:pt x="0" y="6389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DAG4gib7E5k</dc:identifier>
  <dcterms:modified xsi:type="dcterms:W3CDTF">2011-08-01T06:04:30Z</dcterms:modified>
  <cp:revision>1</cp:revision>
  <dc:title>Хакатон для студентов</dc:title>
</cp:coreProperties>
</file>